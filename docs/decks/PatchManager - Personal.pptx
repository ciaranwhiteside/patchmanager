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Personal profile is the set-and-forget story for a single machine. Four commands and your PC keeps itself patched and writes a report every time. No config, no fleet, no jargon.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a well-maintained personal PC drifts. Windows Update handles the OS, but the apps you actually live in — the browser, your runtimes, your utilities — quietly fall behind, and that's exactly what gets exploited.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readable PowerShell file. It patches everything, confirms each result by re-reading the version, and writes you a plain report. No account, no cloud, no subscription — it all runs on your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setup. Clone into an admin-only folder, preview with a dry run, patch for real, then register the startup task. After step four you never touch it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scheduled task behaves: it runs a couple of minutes after every startup and logon, silently in the background, patches right away, and pops a completion summary with a one-click open-report button. It never overlaps itself and can defer while you're actively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Personal, everything is on — including Chocolatey, whose CLI is free, and self-update. The blue items are report-only: they never change anything, just tell you if something is out of support or falling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Reassurance: it changes installed software, so the safeties matter. Dry-run to preview, a restore point before it starts, and the golden rule — it never reboots your machine. It flags when a restart is needed and leaves that to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simple promise: one afternoon of setup buys you a machine that patches itself and can prove it. Repeat the four commands as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19162"/>
            <a:ext cx="6096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3100" y="914400"/>
            <a:ext cx="27793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PatchManager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943100" y="1333500"/>
            <a:ext cx="27793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PATCH. VERIFY. PROVE IT.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43000" y="3073747"/>
            <a:ext cx="14668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39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PERSONAL PROFILE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3645247"/>
            <a:ext cx="13735050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50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Your PC, patched. Automatically.</a:t>
            </a:r>
            <a:endParaRPr lang="en-US" sz="7200" dirty="0"/>
          </a:p>
        </p:txBody>
      </p:sp>
      <p:sp>
        <p:nvSpPr>
          <p:cNvPr id="7" name="Shape 4"/>
          <p:cNvSpPr/>
          <p:nvPr/>
        </p:nvSpPr>
        <p:spPr>
          <a:xfrm>
            <a:off x="1143000" y="5891361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6243786"/>
            <a:ext cx="1118425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Four commands, and your machine keeps every app current from then on — Windows, Office, browsers and third-party tools — with a fresh report after every run.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143000" y="9144000"/>
            <a:ext cx="45392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9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Set-and-forget patching for one machine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58750" y="9182100"/>
            <a:ext cx="47148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9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beta v1.5.1 · MIT licence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5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WHY BOTHER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Windows Update isn't the whole story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828729"/>
            <a:ext cx="8719764" cy="1177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450" b="1" spc="-37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apps you live in are the ones that quietly fall behind.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43000" y="6272659"/>
            <a:ext cx="804481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Your browser, your runtimes, your utilities — each with its own updater, or none at all. Keeping them current by hand is the chore nobody keeps up.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218390" y="4138613"/>
            <a:ext cx="6926610" cy="1228725"/>
          </a:xfrm>
          <a:prstGeom prst="roundRect">
            <a:avLst>
              <a:gd name="adj" fmla="val 775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18390" y="4138613"/>
            <a:ext cx="57150" cy="1228725"/>
          </a:xfrm>
          <a:prstGeom prst="rect">
            <a:avLst/>
          </a:prstGeom>
          <a:solidFill>
            <a:srgbClr val="A53B35"/>
          </a:solidFill>
          <a:ln/>
        </p:spPr>
      </p:sp>
      <p:sp>
        <p:nvSpPr>
          <p:cNvPr id="9" name="Text 7"/>
          <p:cNvSpPr/>
          <p:nvPr/>
        </p:nvSpPr>
        <p:spPr>
          <a:xfrm>
            <a:off x="10580340" y="4405313"/>
            <a:ext cx="68858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A5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BROWSERS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80340" y="4767263"/>
            <a:ext cx="68858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Chrome, Edge, Brave — patched the moment a fix ships.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218390" y="5557838"/>
            <a:ext cx="6926610" cy="1228725"/>
          </a:xfrm>
          <a:prstGeom prst="roundRect">
            <a:avLst>
              <a:gd name="adj" fmla="val 775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218390" y="5557838"/>
            <a:ext cx="57150" cy="1228725"/>
          </a:xfrm>
          <a:prstGeom prst="rect">
            <a:avLst/>
          </a:prstGeom>
          <a:solidFill>
            <a:srgbClr val="C49A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80340" y="5824538"/>
            <a:ext cx="68858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8A6C2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RUNTIMES &amp; TOOLS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80340" y="6186488"/>
            <a:ext cx="68858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Python, Node, Chocolatey and Scoop apps kept fresh.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218390" y="6977063"/>
            <a:ext cx="6926610" cy="1228725"/>
          </a:xfrm>
          <a:prstGeom prst="roundRect">
            <a:avLst>
              <a:gd name="adj" fmla="val 775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18390" y="6977063"/>
            <a:ext cx="57150" cy="1228725"/>
          </a:xfrm>
          <a:prstGeom prst="rect">
            <a:avLst/>
          </a:prstGeom>
          <a:solidFill>
            <a:srgbClr val="1832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80340" y="7243763"/>
            <a:ext cx="68858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8324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OFFICE &amp; STORE APPS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80340" y="7605713"/>
            <a:ext cx="68858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Microsoft 365 and Store apps, all in one pass.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TOOL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One file does all of 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371725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PatchManager is a single PowerShell script. It finds what's out of date, updates it, and proves the result — all locally, with nothing to sign up for.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3682305"/>
            <a:ext cx="5130701" cy="5033070"/>
          </a:xfrm>
          <a:prstGeom prst="roundRect">
            <a:avLst>
              <a:gd name="adj" fmla="val 2649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3525" y="4072830"/>
            <a:ext cx="47846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533525" y="462528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8" name="Text 6"/>
          <p:cNvSpPr/>
          <p:nvPr/>
        </p:nvSpPr>
        <p:spPr>
          <a:xfrm>
            <a:off x="1533525" y="4891980"/>
            <a:ext cx="448014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 app, every source, in a single pass — no chasing separate updaters.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578501" y="3682305"/>
            <a:ext cx="5130850" cy="5033070"/>
          </a:xfrm>
          <a:prstGeom prst="roundRect">
            <a:avLst>
              <a:gd name="adj" fmla="val 2649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9026" y="4072830"/>
            <a:ext cx="4784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4F9E7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Verify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969026" y="462528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4744F"/>
          </a:solidFill>
          <a:ln/>
        </p:spPr>
      </p:sp>
      <p:sp>
        <p:nvSpPr>
          <p:cNvPr id="12" name="Text 10"/>
          <p:cNvSpPr/>
          <p:nvPr/>
        </p:nvSpPr>
        <p:spPr>
          <a:xfrm>
            <a:off x="6969026" y="4891980"/>
            <a:ext cx="4480294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Confirms each update actually took by re-reading the installed version.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014150" y="3682305"/>
            <a:ext cx="5130850" cy="5033070"/>
          </a:xfrm>
          <a:prstGeom prst="roundRect">
            <a:avLst>
              <a:gd name="adj" fmla="val 2649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04675" y="4072830"/>
            <a:ext cx="4784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7FA8C9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Prove it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2404675" y="462528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8324A"/>
          </a:solidFill>
          <a:ln/>
        </p:spPr>
      </p:sp>
      <p:sp>
        <p:nvSpPr>
          <p:cNvPr id="16" name="Text 14"/>
          <p:cNvSpPr/>
          <p:nvPr/>
        </p:nvSpPr>
        <p:spPr>
          <a:xfrm>
            <a:off x="12404675" y="4891980"/>
            <a:ext cx="4480294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Writes a tidy HTML report you can open any time to see what changed.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143000" y="9096375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Runs entirely on your PC — no account, no cloud, no subscription.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24744F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SETUP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Four commands, then it's yours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109913"/>
            <a:ext cx="16002000" cy="1219200"/>
          </a:xfrm>
          <a:prstGeom prst="roundRect">
            <a:avLst>
              <a:gd name="adj" fmla="val 937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85900" y="3529013"/>
            <a:ext cx="495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49A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171700" y="3376613"/>
            <a:ext cx="1609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Get the code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71700" y="3786188"/>
            <a:ext cx="160934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832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clone … C:\ProgramData\PatchManager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143000" y="4519613"/>
            <a:ext cx="16002000" cy="1219200"/>
          </a:xfrm>
          <a:prstGeom prst="roundRect">
            <a:avLst>
              <a:gd name="adj" fmla="val 937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85900" y="4938713"/>
            <a:ext cx="495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49A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171700" y="4786313"/>
            <a:ext cx="1609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Preview — changes nothing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171700" y="5195888"/>
            <a:ext cx="160934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832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.\Invoke-PatchManager.ps1 -DryRun -Force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43000" y="5929313"/>
            <a:ext cx="16002000" cy="1219200"/>
          </a:xfrm>
          <a:prstGeom prst="roundRect">
            <a:avLst>
              <a:gd name="adj" fmla="val 937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85900" y="6348413"/>
            <a:ext cx="495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49A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171700" y="6196013"/>
            <a:ext cx="1609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 for real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171700" y="6605588"/>
            <a:ext cx="160934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832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.\Invoke-PatchManager.ps1 -Force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43000" y="7339012"/>
            <a:ext cx="16002000" cy="1219200"/>
          </a:xfrm>
          <a:prstGeom prst="roundRect">
            <a:avLst>
              <a:gd name="adj" fmla="val 9375"/>
            </a:avLst>
          </a:prstGeom>
          <a:solidFill>
            <a:srgbClr val="111513"/>
          </a:solidFill>
          <a:ln/>
        </p:spPr>
      </p:sp>
      <p:sp>
        <p:nvSpPr>
          <p:cNvPr id="18" name="Text 16"/>
          <p:cNvSpPr/>
          <p:nvPr/>
        </p:nvSpPr>
        <p:spPr>
          <a:xfrm>
            <a:off x="1485900" y="7758113"/>
            <a:ext cx="495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49A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2171700" y="7605713"/>
            <a:ext cx="1609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Set and forget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171700" y="8015288"/>
            <a:ext cx="160934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8B35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.\Invoke-PatchManager.ps1 -InstallStartupTask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143000" y="9115425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Run in an elevated PowerShell. Step 4 is the whole point — after it, patching just happens.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8324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AFTER SETUP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It runs itself from now 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95600"/>
            <a:ext cx="7886700" cy="2843213"/>
          </a:xfrm>
          <a:prstGeom prst="roundRect">
            <a:avLst>
              <a:gd name="adj" fmla="val 40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4000" y="3741986"/>
            <a:ext cx="78371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Runs after every startup &amp; logon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24000" y="4199186"/>
            <a:ext cx="73384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 couple of minutes in, silently in the background — no console window in your way.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58300" y="2895600"/>
            <a:ext cx="7886700" cy="2843213"/>
          </a:xfrm>
          <a:prstGeom prst="roundRect">
            <a:avLst>
              <a:gd name="adj" fmla="val 40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39300" y="3741986"/>
            <a:ext cx="78371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 fresh report every time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639300" y="4199186"/>
            <a:ext cx="73384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Reports land in your Reports folder; the popup offers to open the latest.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43000" y="5967413"/>
            <a:ext cx="7886700" cy="2843213"/>
          </a:xfrm>
          <a:prstGeom prst="roundRect">
            <a:avLst>
              <a:gd name="adj" fmla="val 40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24000" y="6813798"/>
            <a:ext cx="78371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Stays out of your way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24000" y="7270998"/>
            <a:ext cx="73384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Optionally defers while you're actively using the machine, retrying next trigger.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58300" y="5967413"/>
            <a:ext cx="7886700" cy="2843213"/>
          </a:xfrm>
          <a:prstGeom prst="roundRect">
            <a:avLst>
              <a:gd name="adj" fmla="val 40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39300" y="6813798"/>
            <a:ext cx="78371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Never trips over itself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639300" y="7270998"/>
            <a:ext cx="73384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 single-instance lock means dense startup triggers are always safe.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9115425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configuration needed — the Personal defaults already suit a single machine.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24744F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EVERYTHING 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What it keeps current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57500"/>
            <a:ext cx="3857625" cy="2909888"/>
          </a:xfrm>
          <a:prstGeom prst="roundRect">
            <a:avLst>
              <a:gd name="adj" fmla="val 32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9700" y="4055269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7" name="Text 5"/>
          <p:cNvSpPr/>
          <p:nvPr/>
        </p:nvSpPr>
        <p:spPr>
          <a:xfrm>
            <a:off x="1657350" y="3950494"/>
            <a:ext cx="22708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Windows Update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09700" y="4369594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OS quality &amp; security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91125" y="2857500"/>
            <a:ext cx="3857625" cy="2909888"/>
          </a:xfrm>
          <a:prstGeom prst="roundRect">
            <a:avLst>
              <a:gd name="adj" fmla="val 32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7825" y="4055269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11" name="Text 9"/>
          <p:cNvSpPr/>
          <p:nvPr/>
        </p:nvSpPr>
        <p:spPr>
          <a:xfrm>
            <a:off x="5705475" y="3950494"/>
            <a:ext cx="20861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WinGet &amp; Store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5457825" y="4369594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Your installed apps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0" y="2857500"/>
            <a:ext cx="3857625" cy="2909888"/>
          </a:xfrm>
          <a:prstGeom prst="roundRect">
            <a:avLst>
              <a:gd name="adj" fmla="val 32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05950" y="4055269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15" name="Text 13"/>
          <p:cNvSpPr/>
          <p:nvPr/>
        </p:nvSpPr>
        <p:spPr>
          <a:xfrm>
            <a:off x="9753600" y="3950494"/>
            <a:ext cx="18702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Microsoft 365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505950" y="4369594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Click-to-Run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287375" y="2857500"/>
            <a:ext cx="3857625" cy="2909888"/>
          </a:xfrm>
          <a:prstGeom prst="roundRect">
            <a:avLst>
              <a:gd name="adj" fmla="val 32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554075" y="4055269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19" name="Text 17"/>
          <p:cNvSpPr/>
          <p:nvPr/>
        </p:nvSpPr>
        <p:spPr>
          <a:xfrm>
            <a:off x="13801725" y="3950494"/>
            <a:ext cx="198155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Chrome / Edge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3554075" y="4369594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Native updaters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5957888"/>
            <a:ext cx="3857625" cy="2909888"/>
          </a:xfrm>
          <a:prstGeom prst="roundRect">
            <a:avLst>
              <a:gd name="adj" fmla="val 32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09700" y="7155656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23" name="Text 21"/>
          <p:cNvSpPr/>
          <p:nvPr/>
        </p:nvSpPr>
        <p:spPr>
          <a:xfrm>
            <a:off x="1657350" y="7050881"/>
            <a:ext cx="15239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Chocolatey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409700" y="746998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On by default (free CLI)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191125" y="5957888"/>
            <a:ext cx="3857625" cy="2909888"/>
          </a:xfrm>
          <a:prstGeom prst="roundRect">
            <a:avLst>
              <a:gd name="adj" fmla="val 32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57825" y="7155656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27" name="Text 25"/>
          <p:cNvSpPr/>
          <p:nvPr/>
        </p:nvSpPr>
        <p:spPr>
          <a:xfrm>
            <a:off x="5705475" y="7050881"/>
            <a:ext cx="21614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Scoop &amp; Python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5457825" y="746998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Per-user managers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39250" y="5957888"/>
            <a:ext cx="3857625" cy="2909888"/>
          </a:xfrm>
          <a:prstGeom prst="roundRect">
            <a:avLst>
              <a:gd name="adj" fmla="val 32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05950" y="7155656"/>
            <a:ext cx="133350" cy="133350"/>
          </a:xfrm>
          <a:prstGeom prst="ellipse">
            <a:avLst/>
          </a:prstGeom>
          <a:solidFill>
            <a:srgbClr val="18324A"/>
          </a:solidFill>
          <a:ln/>
        </p:spPr>
      </p:sp>
      <p:sp>
        <p:nvSpPr>
          <p:cNvPr id="31" name="Text 29"/>
          <p:cNvSpPr/>
          <p:nvPr/>
        </p:nvSpPr>
        <p:spPr>
          <a:xfrm>
            <a:off x="9753600" y="7050881"/>
            <a:ext cx="14087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End-of-life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9505950" y="746998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Report-only heads-up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287375" y="5957888"/>
            <a:ext cx="3857625" cy="2909888"/>
          </a:xfrm>
          <a:prstGeom prst="roundRect">
            <a:avLst>
              <a:gd name="adj" fmla="val 3273"/>
            </a:avLst>
          </a:prstGeom>
          <a:solidFill>
            <a:srgbClr val="111513"/>
          </a:solidFill>
          <a:ln/>
        </p:spPr>
      </p:sp>
      <p:sp>
        <p:nvSpPr>
          <p:cNvPr id="34" name="Shape 32"/>
          <p:cNvSpPr/>
          <p:nvPr/>
        </p:nvSpPr>
        <p:spPr>
          <a:xfrm>
            <a:off x="13554075" y="7165181"/>
            <a:ext cx="114300" cy="11430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35" name="Text 33"/>
          <p:cNvSpPr/>
          <p:nvPr/>
        </p:nvSpPr>
        <p:spPr>
          <a:xfrm>
            <a:off x="13744575" y="7079456"/>
            <a:ext cx="21066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Patched automatically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3554075" y="7546181"/>
            <a:ext cx="114300" cy="114300"/>
          </a:xfrm>
          <a:prstGeom prst="ellipse">
            <a:avLst/>
          </a:prstGeom>
          <a:solidFill>
            <a:srgbClr val="18324A"/>
          </a:solidFill>
          <a:ln/>
        </p:spPr>
      </p:sp>
      <p:sp>
        <p:nvSpPr>
          <p:cNvPr id="37" name="Text 35"/>
          <p:cNvSpPr/>
          <p:nvPr/>
        </p:nvSpPr>
        <p:spPr>
          <a:xfrm>
            <a:off x="13744575" y="7460456"/>
            <a:ext cx="25988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Report-only, never changes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143000" y="9134475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Self-update is on too, so the tool keeps itself current from published releases.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24744F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PEACE OF MIND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Safe on your own machine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57500"/>
            <a:ext cx="4082504" cy="3200400"/>
          </a:xfrm>
          <a:prstGeom prst="roundRect">
            <a:avLst>
              <a:gd name="adj" fmla="val 297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28750" y="3952875"/>
            <a:ext cx="38621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Preview first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428750" y="4352925"/>
            <a:ext cx="361633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Dry-run shows exactly what would change.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16004" y="2857500"/>
            <a:ext cx="4082504" cy="3200400"/>
          </a:xfrm>
          <a:prstGeom prst="roundRect">
            <a:avLst>
              <a:gd name="adj" fmla="val 297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01754" y="3952875"/>
            <a:ext cx="38621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Restore point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5701754" y="4352925"/>
            <a:ext cx="361633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Created before any patching begins.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6248400"/>
            <a:ext cx="4082504" cy="3200400"/>
          </a:xfrm>
          <a:prstGeom prst="roundRect">
            <a:avLst>
              <a:gd name="adj" fmla="val 297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28750" y="7343775"/>
            <a:ext cx="38621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Battery-aware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428750" y="7743825"/>
            <a:ext cx="361633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Pre-flight checks skip risky moments.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16004" y="6248400"/>
            <a:ext cx="4082504" cy="3200400"/>
          </a:xfrm>
          <a:prstGeom prst="roundRect">
            <a:avLst>
              <a:gd name="adj" fmla="val 297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01754" y="7496175"/>
            <a:ext cx="38621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One readable file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5701754" y="7896225"/>
            <a:ext cx="38621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Read it yourself before you run it.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41409" y="2857500"/>
            <a:ext cx="7303591" cy="6591300"/>
          </a:xfrm>
          <a:prstGeom prst="roundRect">
            <a:avLst>
              <a:gd name="adj" fmla="val 2023"/>
            </a:avLst>
          </a:prstGeom>
          <a:solidFill>
            <a:srgbClr val="111513"/>
          </a:solidFill>
          <a:ln/>
        </p:spPr>
      </p:sp>
      <p:sp>
        <p:nvSpPr>
          <p:cNvPr id="18" name="Text 16"/>
          <p:cNvSpPr/>
          <p:nvPr/>
        </p:nvSpPr>
        <p:spPr>
          <a:xfrm>
            <a:off x="10279559" y="5147816"/>
            <a:ext cx="70700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GOLDEN RULE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79559" y="5662166"/>
            <a:ext cx="7070021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spc="-75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It never reboots your PC.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0279559" y="6412706"/>
            <a:ext cx="662011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If a restart is needed to finish, it just tells you — the decision, and the timing, stay yours.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GET STARTED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4668500" cy="8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50" b="1" spc="-112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Set it once. Forget it for good.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43000" y="2494508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923133"/>
            <a:ext cx="5156150" cy="5611267"/>
          </a:xfrm>
          <a:prstGeom prst="roundRect">
            <a:avLst>
              <a:gd name="adj" fmla="val 2586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4475" y="3294608"/>
            <a:ext cx="48545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4F9E7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Always current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14475" y="3828008"/>
            <a:ext cx="454559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 app patched after each startup — Windows and third-party alike.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65850" y="2923133"/>
            <a:ext cx="5156299" cy="5611267"/>
          </a:xfrm>
          <a:prstGeom prst="roundRect">
            <a:avLst>
              <a:gd name="adj" fmla="val 2586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7325" y="3294608"/>
            <a:ext cx="485468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7FA8C9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Provable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937325" y="3828008"/>
            <a:ext cx="454575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 fresh report after every run — one click to see what changed.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988850" y="2923133"/>
            <a:ext cx="5156150" cy="5611267"/>
          </a:xfrm>
          <a:prstGeom prst="roundRect">
            <a:avLst>
              <a:gd name="adj" fmla="val 2586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60325" y="3294608"/>
            <a:ext cx="48545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D8B35F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Free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360325" y="3828008"/>
            <a:ext cx="454559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MIT-licensed and local — no account, no cloud, no subscription.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53500"/>
            <a:ext cx="495300" cy="4953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09750" y="9010650"/>
            <a:ext cx="42995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50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PATCH. VERIFY. PROVE IT.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2026-07-09T09:23:40Z</dcterms:created>
  <dcterms:modified xsi:type="dcterms:W3CDTF">2026-07-09T09:23:40Z</dcterms:modified>
</cp:coreProperties>
</file>